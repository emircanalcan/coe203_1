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lay"/>
      <p:regular r:id="rId17"/>
      <p:bold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f38edc10a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f38edc10a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f3daeea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f3daeead6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f38edc10a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f38edc10a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f38edc10a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f38edc10a_2_1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f38edc10a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9f38edc10a_2_1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f670c823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f670c8239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f670c823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9f670c8239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f38edc10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9f38edc10a_0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6341a14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9f6341a14e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f3daeead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9f3daeead6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 Bilgisi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Dikey Metin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.jpg"/><Relationship Id="rId6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2571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COE203 Section 2 Project 1: Extension Sorter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640075" y="2571750"/>
            <a:ext cx="3892500" cy="16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Presenter: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Emircan Alcan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Date: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4.11.2025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532575" y="2571750"/>
            <a:ext cx="38925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 Name: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Power Rangers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0" y="0"/>
            <a:ext cx="9144000" cy="541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Team Members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640075" y="2233050"/>
            <a:ext cx="389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Arzum Toksöz 2309011071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4532553" y="2233050"/>
            <a:ext cx="389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Emircan Alcan 2309111136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26" title="Emircan Alca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488" y="754375"/>
            <a:ext cx="1478676" cy="147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6" title="Arzum Toksöz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2138" y="754375"/>
            <a:ext cx="1048366" cy="147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 title="Erol Afrasyap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5263" y="2908450"/>
            <a:ext cx="1122116" cy="147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 title="Mert Tomak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9462" y="2910075"/>
            <a:ext cx="1478675" cy="14754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4532540" y="4387125"/>
            <a:ext cx="389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Mert Tomak 2409011055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640078" y="4387125"/>
            <a:ext cx="389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Erol Afrasyap 2309011081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0" y="0"/>
            <a:ext cx="9144000" cy="541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Introduction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640075" y="754375"/>
            <a:ext cx="77850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built a smart download manager called “Extension Sorter”, with both “.py” and “.exe”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options available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Extension Sorter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moves files inside a folder, on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same directory as the script/executable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named “Downloads”, into other folders that it creates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according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extensions automatically.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a result, files with extensions move into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folder named after their extension and extensionless files move into a folder named “Extensionless”.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/>
        </p:nvSpPr>
        <p:spPr>
          <a:xfrm>
            <a:off x="640075" y="754375"/>
            <a:ext cx="3892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running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├─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Extension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Sorter.py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├─ Extension Sorter.exe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└─ Downloads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├</a:t>
            </a: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─ report.pdf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├─ photo.jpg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└─ note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0" y="0"/>
            <a:ext cx="9144000" cy="541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t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Run </a:t>
            </a:r>
            <a:r>
              <a:rPr b="1" lang="tr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 b="1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4532578" y="754375"/>
            <a:ext cx="38925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running: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├─ Extension Sorter.py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├─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Extension Sorter</a:t>
            </a: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├─ PDF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└─ report.pdf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├─ JPG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└─ photo.jpg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0" lang="tr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└─ Extensionless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└─ note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9"/>
          <p:cNvGrpSpPr/>
          <p:nvPr/>
        </p:nvGrpSpPr>
        <p:grpSpPr>
          <a:xfrm>
            <a:off x="1760674" y="904799"/>
            <a:ext cx="5622633" cy="3959138"/>
            <a:chOff x="1120596" y="376544"/>
            <a:chExt cx="5622633" cy="4458991"/>
          </a:xfrm>
        </p:grpSpPr>
        <p:sp>
          <p:nvSpPr>
            <p:cNvPr id="163" name="Google Shape;163;p29"/>
            <p:cNvSpPr/>
            <p:nvPr/>
          </p:nvSpPr>
          <p:spPr>
            <a:xfrm>
              <a:off x="1540695" y="376544"/>
              <a:ext cx="687392" cy="68739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9"/>
            <p:cNvSpPr/>
            <p:nvPr/>
          </p:nvSpPr>
          <p:spPr>
            <a:xfrm>
              <a:off x="1120621" y="1376661"/>
              <a:ext cx="1527539" cy="984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9"/>
            <p:cNvSpPr txBox="1"/>
            <p:nvPr/>
          </p:nvSpPr>
          <p:spPr>
            <a:xfrm>
              <a:off x="1120596" y="1235922"/>
              <a:ext cx="1527600" cy="9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Step 1: 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Place the 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“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.py” or “.exe” 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 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any directory.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29"/>
            <p:cNvSpPr/>
            <p:nvPr/>
          </p:nvSpPr>
          <p:spPr>
            <a:xfrm>
              <a:off x="3588223" y="376544"/>
              <a:ext cx="687392" cy="68739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9"/>
            <p:cNvSpPr/>
            <p:nvPr/>
          </p:nvSpPr>
          <p:spPr>
            <a:xfrm>
              <a:off x="2915480" y="1376661"/>
              <a:ext cx="2032879" cy="984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9"/>
            <p:cNvSpPr txBox="1"/>
            <p:nvPr/>
          </p:nvSpPr>
          <p:spPr>
            <a:xfrm>
              <a:off x="2915530" y="1235893"/>
              <a:ext cx="2032800" cy="9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Step 2: 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Keep a 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folder named 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“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Downloads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”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in the same directory (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code creates it if it is missing).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" name="Google Shape;169;p29"/>
            <p:cNvSpPr/>
            <p:nvPr/>
          </p:nvSpPr>
          <p:spPr>
            <a:xfrm>
              <a:off x="5635752" y="376544"/>
              <a:ext cx="687392" cy="68739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9"/>
            <p:cNvSpPr/>
            <p:nvPr/>
          </p:nvSpPr>
          <p:spPr>
            <a:xfrm>
              <a:off x="5215679" y="1376661"/>
              <a:ext cx="1527539" cy="984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9"/>
            <p:cNvSpPr txBox="1"/>
            <p:nvPr/>
          </p:nvSpPr>
          <p:spPr>
            <a:xfrm>
              <a:off x="5215629" y="1235922"/>
              <a:ext cx="1527600" cy="9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Step 3: 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Put the files into the 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“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Downloads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” folder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" name="Google Shape;172;p29"/>
            <p:cNvSpPr/>
            <p:nvPr/>
          </p:nvSpPr>
          <p:spPr>
            <a:xfrm>
              <a:off x="3588211" y="2948043"/>
              <a:ext cx="687300" cy="687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9"/>
            <p:cNvSpPr/>
            <p:nvPr/>
          </p:nvSpPr>
          <p:spPr>
            <a:xfrm>
              <a:off x="2646801" y="3635432"/>
              <a:ext cx="2570237" cy="12001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9"/>
            <p:cNvSpPr txBox="1"/>
            <p:nvPr/>
          </p:nvSpPr>
          <p:spPr>
            <a:xfrm>
              <a:off x="2228097" y="3635443"/>
              <a:ext cx="3407700" cy="12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Step 4: 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Run the 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“.py” or “.exe”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and extension_sorter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() function inside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the code </a:t>
              </a:r>
              <a:r>
                <a:rPr i="0" lang="tr" sz="16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is called automatically</a:t>
              </a:r>
              <a:r>
                <a:rPr lang="tr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5" name="Google Shape;175;p29"/>
          <p:cNvSpPr/>
          <p:nvPr/>
        </p:nvSpPr>
        <p:spPr>
          <a:xfrm>
            <a:off x="0" y="0"/>
            <a:ext cx="9144000" cy="541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tr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Run Steps</a:t>
            </a:r>
            <a:endParaRPr b="1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/>
          <p:nvPr/>
        </p:nvSpPr>
        <p:spPr>
          <a:xfrm>
            <a:off x="0" y="0"/>
            <a:ext cx="9144000" cy="541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0" y="541800"/>
            <a:ext cx="6518400" cy="463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importing libraries</a:t>
            </a:r>
            <a:endParaRPr sz="1000">
              <a:solidFill>
                <a:srgbClr val="569CD6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os, shutil, sys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define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extension_sorter():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find source file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getattr(sys, 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'frozen'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base_folder = os.path.dirname(sys.executable)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base_folder = os.path.dirname(os.path.abspath(__file__))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assign source file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source_folder = os.path.join(base_folder, 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"Downloads"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add file if it does not exist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os.makedirs(source_folder, exist_ok=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get file list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files = os.listdir(source_folder)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files: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return if downloads is empty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endParaRPr sz="1000">
              <a:solidFill>
                <a:srgbClr val="569CD6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file_name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files: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source_path = os.path.join(source_folder, file_name)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6518276" y="754375"/>
            <a:ext cx="1906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the part before looping through the files begin.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contains getting the path of or creating the “Downloads” folder, then getting the names of the files inside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“Downloads”.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/>
          <p:nvPr/>
        </p:nvSpPr>
        <p:spPr>
          <a:xfrm>
            <a:off x="0" y="0"/>
            <a:ext cx="9144000" cy="541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0" y="541800"/>
            <a:ext cx="6518400" cy="463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os.path.isfile(source_path):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taking the "." at the far right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'.'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file_name: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ext = file_name.split(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'.'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)[-</a:t>
            </a:r>
            <a:r>
              <a:rPr lang="tr" sz="100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].lower()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ext = 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endParaRPr sz="1000">
              <a:solidFill>
                <a:srgbClr val="CE917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"Extensionless" file for extensionless files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ext == 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folder_name = 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"Extensionless"</a:t>
            </a:r>
            <a:endParaRPr sz="1000">
              <a:solidFill>
                <a:srgbClr val="CE917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folder_name = ext.upper()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target file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destination_folder = os.path.join(base_folder, folder_name)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os.makedirs(destination_folder, exist_ok=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file movement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shutil.move(source_path, os.path.join(destination_folder, file_name))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print(</a:t>
            </a:r>
            <a:r>
              <a:rPr lang="tr" sz="10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{file_name}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moved to 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{folder_name}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."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tr" sz="1000">
                <a:solidFill>
                  <a:srgbClr val="CE917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"\nAll files are moved according to their extensions."</a:t>
            </a: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run</a:t>
            </a:r>
            <a:endParaRPr sz="1000">
              <a:solidFill>
                <a:srgbClr val="6A9955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extension_sorter()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tr" sz="1000">
                <a:solidFill>
                  <a:srgbClr val="6A9955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# for .exe: pyinstaller --onefile --noconsole “Extension Sorter.py”</a:t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6518276" y="754375"/>
            <a:ext cx="190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6518276" y="754375"/>
            <a:ext cx="1906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the part with looping through the file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 begins and ends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contains checking the name of each file and depending on the part after the last dot, file gets moved.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/>
          <p:nvPr/>
        </p:nvSpPr>
        <p:spPr>
          <a:xfrm>
            <a:off x="0" y="0"/>
            <a:ext cx="9144000" cy="541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tr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Pros &amp; Cons</a:t>
            </a:r>
            <a:endParaRPr b="1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640075" y="754375"/>
            <a:ext cx="38925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Pros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.py and .exe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options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 available.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Easy to use.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4532578" y="754375"/>
            <a:ext cx="38925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Directory and folder dependent.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Non-customisable.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/>
          <p:nvPr/>
        </p:nvSpPr>
        <p:spPr>
          <a:xfrm>
            <a:off x="0" y="0"/>
            <a:ext cx="9144000" cy="541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tr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Summary</a:t>
            </a:r>
            <a:endParaRPr b="1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640075" y="754375"/>
            <a:ext cx="77850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developed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program called “Extension Sorter” that can organize files </a:t>
            </a: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according to extensions automatically.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Extension Sorter uses os, shutil and sys libraries.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/>
          <p:nvPr/>
        </p:nvSpPr>
        <p:spPr>
          <a:xfrm>
            <a:off x="0" y="0"/>
            <a:ext cx="9144000" cy="2571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End</a:t>
            </a:r>
            <a:endParaRPr sz="3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640075" y="2571750"/>
            <a:ext cx="3892500" cy="16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Presenter: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Emircan Alcan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Date: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4.11.2025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4532575" y="2571750"/>
            <a:ext cx="38925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 Name: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t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Power Rangers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